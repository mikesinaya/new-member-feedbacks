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9" r:id="rId2"/>
    <p:sldId id="260" r:id="rId3"/>
    <p:sldId id="261" r:id="rId4"/>
    <p:sldId id="262" r:id="rId5"/>
    <p:sldId id="263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450" autoAdjust="0"/>
  </p:normalViewPr>
  <p:slideViewPr>
    <p:cSldViewPr snapToGrid="0">
      <p:cViewPr varScale="1">
        <p:scale>
          <a:sx n="33" d="100"/>
          <a:sy n="33" d="100"/>
        </p:scale>
        <p:origin x="24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0F05E-5145-406C-97DC-7A06DC571698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E58D0-65C6-420F-81B8-C48823EFEA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327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E58D0-65C6-420F-81B8-C48823EFEA8B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44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85FBE-260A-FB88-2A31-43B883DF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39E38-9CD8-10E3-B192-DD62A4ED1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C3939-78AF-77FF-530C-E59ADF855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3F191-CA02-6AA3-2AFB-C65445AEF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E58D0-65C6-420F-81B8-C48823EFEA8B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7492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C2E98-4C8B-100A-A85A-10DAF7237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94892-C0C6-474F-0857-80231B388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8E420-3CD9-8319-3971-2F3EBA0AC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3CD63-FECA-2C86-67C4-D59BFAFDC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E58D0-65C6-420F-81B8-C48823EFEA8B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8775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679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373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685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6822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8816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560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159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894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2925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325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585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F42FC-368A-49C9-9100-6C5352F437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4C6-1BB1-4BCA-B9EA-4F450333F6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193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B5B7-AE50-91CF-D281-DF1C3F2F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2D0793-F867-914E-98EE-A88588C64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4" b="5577"/>
          <a:stretch>
            <a:fillRect/>
          </a:stretch>
        </p:blipFill>
        <p:spPr>
          <a:xfrm>
            <a:off x="870137" y="1459149"/>
            <a:ext cx="4617239" cy="9121266"/>
          </a:xfrm>
          <a:prstGeom prst="rect">
            <a:avLst/>
          </a:prstGeom>
        </p:spPr>
      </p:pic>
      <p:sp>
        <p:nvSpPr>
          <p:cNvPr id="4" name="Callout: Line with No Border 3">
            <a:extLst>
              <a:ext uri="{FF2B5EF4-FFF2-40B4-BE49-F238E27FC236}">
                <a16:creationId xmlns:a16="http://schemas.microsoft.com/office/drawing/2014/main" id="{40E4893F-C002-6B0C-2AEA-79730C4576CB}"/>
              </a:ext>
            </a:extLst>
          </p:cNvPr>
          <p:cNvSpPr/>
          <p:nvPr/>
        </p:nvSpPr>
        <p:spPr>
          <a:xfrm>
            <a:off x="604520" y="8914665"/>
            <a:ext cx="4772446" cy="1097280"/>
          </a:xfrm>
          <a:prstGeom prst="callout1">
            <a:avLst>
              <a:gd name="adj1" fmla="val -3180"/>
              <a:gd name="adj2" fmla="val -64"/>
              <a:gd name="adj3" fmla="val -180482"/>
              <a:gd name="adj4" fmla="val 5988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 News Portal button is not frequently used, we could use it for marketplace shortcuts/influencers links, etc.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We could make the ‘Berita </a:t>
            </a:r>
            <a:r>
              <a:rPr lang="en-US" sz="1400" dirty="0" err="1">
                <a:solidFill>
                  <a:schemeClr val="tx1"/>
                </a:solidFill>
              </a:rPr>
              <a:t>Terkini</a:t>
            </a:r>
            <a:r>
              <a:rPr lang="en-US" sz="1400" dirty="0">
                <a:solidFill>
                  <a:schemeClr val="tx1"/>
                </a:solidFill>
              </a:rPr>
              <a:t>’ button as a link to go to News portal.</a:t>
            </a:r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37EC2B-EDA9-FCFB-D561-2F452938562A}"/>
              </a:ext>
            </a:extLst>
          </p:cNvPr>
          <p:cNvSpPr/>
          <p:nvPr/>
        </p:nvSpPr>
        <p:spPr>
          <a:xfrm>
            <a:off x="3284446" y="6613629"/>
            <a:ext cx="2144750" cy="3368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DC7DB2-16CB-C03E-B63D-D32733E4286D}"/>
              </a:ext>
            </a:extLst>
          </p:cNvPr>
          <p:cNvSpPr/>
          <p:nvPr/>
        </p:nvSpPr>
        <p:spPr>
          <a:xfrm>
            <a:off x="795024" y="6630558"/>
            <a:ext cx="1404085" cy="3368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512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B5B7-AE50-91CF-D281-DF1C3F2F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2D0793-F867-914E-98EE-A88588C64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8" b="5577"/>
          <a:stretch>
            <a:fillRect/>
          </a:stretch>
        </p:blipFill>
        <p:spPr>
          <a:xfrm>
            <a:off x="986870" y="1167319"/>
            <a:ext cx="4617239" cy="9101812"/>
          </a:xfrm>
          <a:prstGeom prst="rect">
            <a:avLst/>
          </a:prstGeom>
        </p:spPr>
      </p:pic>
      <p:sp>
        <p:nvSpPr>
          <p:cNvPr id="4" name="Callout: Line with No Border 3">
            <a:extLst>
              <a:ext uri="{FF2B5EF4-FFF2-40B4-BE49-F238E27FC236}">
                <a16:creationId xmlns:a16="http://schemas.microsoft.com/office/drawing/2014/main" id="{40E4893F-C002-6B0C-2AEA-79730C4576CB}"/>
              </a:ext>
            </a:extLst>
          </p:cNvPr>
          <p:cNvSpPr/>
          <p:nvPr/>
        </p:nvSpPr>
        <p:spPr>
          <a:xfrm>
            <a:off x="1113549" y="7541984"/>
            <a:ext cx="4335780" cy="1097280"/>
          </a:xfrm>
          <a:prstGeom prst="callout1">
            <a:avLst>
              <a:gd name="adj1" fmla="val -3180"/>
              <a:gd name="adj2" fmla="val -64"/>
              <a:gd name="adj3" fmla="val -130980"/>
              <a:gd name="adj4" fmla="val 92405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 expand button is not too visible, please make it bigger and/or different color.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A60406A-0646-E330-4FA1-C018A8F51626}"/>
              </a:ext>
            </a:extLst>
          </p:cNvPr>
          <p:cNvSpPr/>
          <p:nvPr/>
        </p:nvSpPr>
        <p:spPr>
          <a:xfrm>
            <a:off x="5105400" y="5736167"/>
            <a:ext cx="571500" cy="51296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4835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CA2F-4340-9241-3524-331F8AFA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F14C4-CCF8-AC7A-9FC0-7C29D2258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8" b="4200"/>
          <a:stretch>
            <a:fillRect/>
          </a:stretch>
        </p:blipFill>
        <p:spPr>
          <a:xfrm>
            <a:off x="558854" y="257977"/>
            <a:ext cx="5053074" cy="101895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F4EADB-65D3-0085-ADB8-C0BC197142BC}"/>
              </a:ext>
            </a:extLst>
          </p:cNvPr>
          <p:cNvSpPr/>
          <p:nvPr/>
        </p:nvSpPr>
        <p:spPr>
          <a:xfrm>
            <a:off x="1079500" y="8877300"/>
            <a:ext cx="1155700" cy="228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3247A95E-81C5-EF95-8825-C380630457C5}"/>
              </a:ext>
            </a:extLst>
          </p:cNvPr>
          <p:cNvSpPr/>
          <p:nvPr/>
        </p:nvSpPr>
        <p:spPr>
          <a:xfrm>
            <a:off x="2933700" y="5657850"/>
            <a:ext cx="2514600" cy="876300"/>
          </a:xfrm>
          <a:prstGeom prst="borderCallout1">
            <a:avLst>
              <a:gd name="adj1" fmla="val 47735"/>
              <a:gd name="adj2" fmla="val -757"/>
              <a:gd name="adj3" fmla="val 360326"/>
              <a:gd name="adj4" fmla="val -28737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Please make it linked to support page</a:t>
            </a:r>
            <a:endParaRPr lang="en-ID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15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AC09-EE8B-4FA2-63D8-408E3D54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51DEA3-D2BC-4F1C-9568-9F62D6F4A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1" b="35398"/>
          <a:stretch>
            <a:fillRect/>
          </a:stretch>
        </p:blipFill>
        <p:spPr>
          <a:xfrm>
            <a:off x="1736735" y="736849"/>
            <a:ext cx="3684247" cy="49051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C9877B-DA5E-9F8A-36DD-C19F42141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1" b="35398"/>
          <a:stretch>
            <a:fillRect/>
          </a:stretch>
        </p:blipFill>
        <p:spPr>
          <a:xfrm>
            <a:off x="1772405" y="6414560"/>
            <a:ext cx="3684247" cy="490519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BF1BF41-61EC-CA93-56D4-53F84060DEA4}"/>
              </a:ext>
            </a:extLst>
          </p:cNvPr>
          <p:cNvSpPr/>
          <p:nvPr/>
        </p:nvSpPr>
        <p:spPr>
          <a:xfrm>
            <a:off x="2107933" y="9115124"/>
            <a:ext cx="2993456" cy="94327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>
                <a:solidFill>
                  <a:schemeClr val="tx1"/>
                </a:solidFill>
              </a:rPr>
              <a:t>Nomor</a:t>
            </a:r>
            <a:r>
              <a:rPr lang="en-US" sz="1200" dirty="0">
                <a:solidFill>
                  <a:schemeClr val="tx1"/>
                </a:solidFill>
              </a:rPr>
              <a:t> yang </a:t>
            </a:r>
            <a:r>
              <a:rPr lang="en-US" sz="1200" dirty="0" err="1">
                <a:solidFill>
                  <a:schemeClr val="tx1"/>
                </a:solidFill>
              </a:rPr>
              <a:t>kamu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gunakan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belum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terhubung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dengan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komunitas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apapun</a:t>
            </a:r>
            <a:r>
              <a:rPr lang="en-US" sz="1200" dirty="0">
                <a:solidFill>
                  <a:schemeClr val="tx1"/>
                </a:solidFill>
              </a:rPr>
              <a:t>. </a:t>
            </a:r>
            <a:r>
              <a:rPr lang="en-US" sz="1200" dirty="0" err="1">
                <a:solidFill>
                  <a:schemeClr val="tx1"/>
                </a:solidFill>
              </a:rPr>
              <a:t>Silahkan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pilih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komunitasmu</a:t>
            </a:r>
            <a:r>
              <a:rPr lang="en-US" sz="1200" dirty="0">
                <a:solidFill>
                  <a:schemeClr val="tx1"/>
                </a:solidFill>
              </a:rPr>
              <a:t>!</a:t>
            </a:r>
            <a:endParaRPr lang="en-ID" sz="1200" dirty="0">
              <a:solidFill>
                <a:schemeClr val="tx1"/>
              </a:solidFill>
            </a:endParaRPr>
          </a:p>
        </p:txBody>
      </p:sp>
      <p:sp>
        <p:nvSpPr>
          <p:cNvPr id="14" name="Callout: Line 13">
            <a:extLst>
              <a:ext uri="{FF2B5EF4-FFF2-40B4-BE49-F238E27FC236}">
                <a16:creationId xmlns:a16="http://schemas.microsoft.com/office/drawing/2014/main" id="{3AB954E1-10A4-D10F-5C42-4C2E503B2FE4}"/>
              </a:ext>
            </a:extLst>
          </p:cNvPr>
          <p:cNvSpPr/>
          <p:nvPr/>
        </p:nvSpPr>
        <p:spPr>
          <a:xfrm>
            <a:off x="4679836" y="9938305"/>
            <a:ext cx="1482291" cy="500514"/>
          </a:xfrm>
          <a:prstGeom prst="borderCallout1">
            <a:avLst>
              <a:gd name="adj1" fmla="val 39904"/>
              <a:gd name="adj2" fmla="val -541"/>
              <a:gd name="adj3" fmla="val 97115"/>
              <a:gd name="adj4" fmla="val -19502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Change phone number</a:t>
            </a:r>
            <a:endParaRPr lang="en-ID" sz="12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276161-48D3-BC85-AC7F-80DC464B01DC}"/>
              </a:ext>
            </a:extLst>
          </p:cNvPr>
          <p:cNvSpPr txBox="1"/>
          <p:nvPr/>
        </p:nvSpPr>
        <p:spPr>
          <a:xfrm>
            <a:off x="3015575" y="272377"/>
            <a:ext cx="11737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Current</a:t>
            </a:r>
            <a:endParaRPr lang="en-ID" sz="2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818EA-A59A-E352-B141-2EE2D9B44F93}"/>
              </a:ext>
            </a:extLst>
          </p:cNvPr>
          <p:cNvSpPr txBox="1"/>
          <p:nvPr/>
        </p:nvSpPr>
        <p:spPr>
          <a:xfrm>
            <a:off x="2915060" y="5930628"/>
            <a:ext cx="14114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Proposed</a:t>
            </a:r>
            <a:endParaRPr lang="en-ID" sz="2200" b="1" dirty="0"/>
          </a:p>
        </p:txBody>
      </p:sp>
    </p:spTree>
    <p:extLst>
      <p:ext uri="{BB962C8B-B14F-4D97-AF65-F5344CB8AC3E}">
        <p14:creationId xmlns:p14="http://schemas.microsoft.com/office/powerpoint/2010/main" val="2328852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629A-FFB8-B805-BD00-1C0DB466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43DA8-86F2-C762-C754-95E6263D3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31" b="37014"/>
          <a:stretch>
            <a:fillRect/>
          </a:stretch>
        </p:blipFill>
        <p:spPr>
          <a:xfrm>
            <a:off x="617220" y="1849919"/>
            <a:ext cx="5623560" cy="3396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17B992-B5F5-ACEA-6DB8-CC3AB4A69FC1}"/>
              </a:ext>
            </a:extLst>
          </p:cNvPr>
          <p:cNvSpPr txBox="1"/>
          <p:nvPr/>
        </p:nvSpPr>
        <p:spPr>
          <a:xfrm>
            <a:off x="617220" y="5634335"/>
            <a:ext cx="575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could be removed, the info about connected numbers could use the one in the previous slide.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36880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</TotalTime>
  <Words>106</Words>
  <Application>Microsoft Office PowerPoint</Application>
  <PresentationFormat>Widescreen</PresentationFormat>
  <Paragraphs>12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</dc:creator>
  <cp:lastModifiedBy>Microsoft</cp:lastModifiedBy>
  <cp:revision>18</cp:revision>
  <dcterms:created xsi:type="dcterms:W3CDTF">2026-04-15T01:23:02Z</dcterms:created>
  <dcterms:modified xsi:type="dcterms:W3CDTF">2026-04-21T08:02:34Z</dcterms:modified>
</cp:coreProperties>
</file>